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3BF12D"/>
    <a:srgbClr val="A66454"/>
    <a:srgbClr val="F8F4EA"/>
    <a:srgbClr val="E0D2BC"/>
    <a:srgbClr val="60574C"/>
    <a:srgbClr val="EFE8D0"/>
    <a:srgbClr val="F5E8D0"/>
    <a:srgbClr val="F7F4E8"/>
    <a:srgbClr val="F5F2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719"/>
  </p:normalViewPr>
  <p:slideViewPr>
    <p:cSldViewPr snapToGrid="0">
      <p:cViewPr varScale="1">
        <p:scale>
          <a:sx n="81" d="100"/>
          <a:sy n="81" d="100"/>
        </p:scale>
        <p:origin x="55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BF900-DA7D-7979-FD5D-57A8D00DE3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2AB88-4A3B-CBEB-7D7B-79029BE50A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02A07-81D7-0330-AAD3-6C7C1D2FB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6A4B-4E5F-E24C-8CAB-810E933D9CF2}" type="datetimeFigureOut">
              <a:rPr lang="x-none" smtClean="0"/>
              <a:t>4/29/2026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54D2E-84CC-91E4-3F2B-0FDE5AC66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4198C-F222-6C08-CCAC-348F2BDAA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6F54-5CA5-9C47-B424-F6AE5B0617B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29187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B7D21-714A-671B-8C1F-CE2196453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0CA71-E2E2-693E-0720-FA8FFB880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4CE53-4848-955B-4137-A91E8B420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6A4B-4E5F-E24C-8CAB-810E933D9CF2}" type="datetimeFigureOut">
              <a:rPr lang="x-none" smtClean="0"/>
              <a:t>4/29/2026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0078C-5F3D-094A-A83B-C35338F3D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B0E84-694D-114C-0BBF-244B1A34C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6F54-5CA5-9C47-B424-F6AE5B0617B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56756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D7895-917F-C476-84CB-8F0C910BA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0A169-488B-7533-3FCB-493E98F0A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06768-7748-5597-E932-B69E8C4D0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6A4B-4E5F-E24C-8CAB-810E933D9CF2}" type="datetimeFigureOut">
              <a:rPr lang="x-none" smtClean="0"/>
              <a:t>4/29/2026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03098-E2EE-D23F-A8B9-57E81116D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719E9-4AF8-9786-B65F-3171B21CE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6F54-5CA5-9C47-B424-F6AE5B0617B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87612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EE9F0-73D6-8F85-EB7D-9FCD9B85E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8E572-B4EB-F0A2-AEF1-5DDB14E8C1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C0229-030C-7D60-8BC0-1AE7B2913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BCC49-8595-33C7-DDA9-06BF92A4F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6A4B-4E5F-E24C-8CAB-810E933D9CF2}" type="datetimeFigureOut">
              <a:rPr lang="x-none" smtClean="0"/>
              <a:t>4/29/2026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6870F-225E-35FA-20D7-0A4C7407F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42AD5-212B-4980-14DE-D3A095091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6F54-5CA5-9C47-B424-F6AE5B0617B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15124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5975A-F5DA-BBA0-658A-4CBC9075E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EC04C-6402-D346-1070-90C0E8102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3A97E4-4C0E-8159-2E90-1F8D2B34A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431CAA-033D-0C2A-6ACA-EBAC6705A9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8ED4F7-E68F-DCF3-9125-038174C037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52CB96-2A85-394E-9787-4FA7BF56A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6A4B-4E5F-E24C-8CAB-810E933D9CF2}" type="datetimeFigureOut">
              <a:rPr lang="x-none" smtClean="0"/>
              <a:t>4/29/2026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6B1B1C-E423-B2D1-A135-4A0392177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86C16E-7C8A-F0EA-A20C-3154F3DD6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6F54-5CA5-9C47-B424-F6AE5B0617B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21195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5891C-003D-189B-FB44-19F506958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1573E-E5E7-9E7A-481F-3899871ED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6A4B-4E5F-E24C-8CAB-810E933D9CF2}" type="datetimeFigureOut">
              <a:rPr lang="x-none" smtClean="0"/>
              <a:t>4/29/2026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C0EF6-0318-2EF9-7594-D0555F624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8784AB-0CC6-42B6-DA1C-7884E287B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6F54-5CA5-9C47-B424-F6AE5B0617B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40960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2B3A9B-B6B2-6408-8D7D-0CE75DCB0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6A4B-4E5F-E24C-8CAB-810E933D9CF2}" type="datetimeFigureOut">
              <a:rPr lang="x-none" smtClean="0"/>
              <a:t>4/29/2026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E9B46A-4B28-B330-E5D4-7A8629E74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D70CA-31B7-876A-DE2E-73DA27978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6F54-5CA5-9C47-B424-F6AE5B0617B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23333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B4E53-9857-E2E6-3C57-9E7B55266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53B74-5E34-4FC3-5803-626F8E3BE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3E9E0-56AC-4724-AC73-6B8377890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3A783-DE72-5163-10F4-DEBFBD9E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6A4B-4E5F-E24C-8CAB-810E933D9CF2}" type="datetimeFigureOut">
              <a:rPr lang="x-none" smtClean="0"/>
              <a:t>4/29/2026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2F5B6-F49A-FF7D-E727-4C8894426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364B0-4A5C-3EBD-357D-3B1197FB3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6F54-5CA5-9C47-B424-F6AE5B0617B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8400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CC9C3-D6CE-FC11-CD47-A3F7FAA58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9399D-914F-C58C-45EA-275AF21522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A55522-E30A-BA12-EB59-53C3B6F21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F221C-C78C-9CE1-EFD6-7909CCADA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6A4B-4E5F-E24C-8CAB-810E933D9CF2}" type="datetimeFigureOut">
              <a:rPr lang="x-none" smtClean="0"/>
              <a:t>4/29/2026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910BF-F7B4-CF46-2986-422C3DCC2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0CAFF-03A8-7557-2A53-F18A5F266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6F54-5CA5-9C47-B424-F6AE5B0617B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19947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225D8-FE61-36CF-023A-0149125D9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687577-E1E7-6C96-5AE9-57C4B3901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CF12A-0867-5594-6108-6D050010B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6A4B-4E5F-E24C-8CAB-810E933D9CF2}" type="datetimeFigureOut">
              <a:rPr lang="x-none" smtClean="0"/>
              <a:t>4/29/2026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59286-9C09-80FA-5EFB-6857FAC11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ED0FC-845F-F173-5CED-05E6777C9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6F54-5CA5-9C47-B424-F6AE5B0617B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72450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6F30E7-8D55-9483-CC64-088DD3C7C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6ED37B-854A-8614-88FE-A540E05CD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3FA31-E0ED-2482-A52D-5F6578C4F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6A4B-4E5F-E24C-8CAB-810E933D9CF2}" type="datetimeFigureOut">
              <a:rPr lang="x-none" smtClean="0"/>
              <a:t>4/29/2026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73CB1-1D82-7A2F-6E35-E9661842D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A7C83-5529-FAF4-9592-E139E15FC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6F54-5CA5-9C47-B424-F6AE5B0617B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4577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58837-2149-0223-4809-2D38AE039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DF3C4-6486-CD65-776F-393A5551D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49A65-6950-76F8-EE9C-ED10C1073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116A4B-4E5F-E24C-8CAB-810E933D9CF2}" type="datetimeFigureOut">
              <a:rPr lang="x-none" smtClean="0"/>
              <a:t>4/29/2026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42EC4-5136-0E4D-5209-A4EA3689B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B22A8-8CB2-308E-C42C-38D0D6F28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56F54-5CA5-9C47-B424-F6AE5B0617B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11953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EB5B653-2936-CDE8-CF13-FCEC7DC15C79}"/>
              </a:ext>
            </a:extLst>
          </p:cNvPr>
          <p:cNvSpPr/>
          <p:nvPr/>
        </p:nvSpPr>
        <p:spPr>
          <a:xfrm>
            <a:off x="911486" y="1246228"/>
            <a:ext cx="10254730" cy="11079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fa-IR" sz="6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به مُزایده بزرگ مَلاکان خوش آمدید!</a:t>
            </a:r>
          </a:p>
        </p:txBody>
      </p:sp>
      <p:sp>
        <p:nvSpPr>
          <p:cNvPr id="2" name="Rectangle 1"/>
          <p:cNvSpPr/>
          <p:nvPr/>
        </p:nvSpPr>
        <p:spPr>
          <a:xfrm>
            <a:off x="2170759" y="4630221"/>
            <a:ext cx="7736179" cy="7078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a-IR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اصلا برام مهم نیست که براتون سوال شده ...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01426" y="2984391"/>
            <a:ext cx="8274843" cy="10156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a-IR" sz="6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شاید بپرسین مَلاکان یعنی چی؟؟</a:t>
            </a:r>
          </a:p>
        </p:txBody>
      </p:sp>
    </p:spTree>
    <p:extLst>
      <p:ext uri="{BB962C8B-B14F-4D97-AF65-F5344CB8AC3E}">
        <p14:creationId xmlns:p14="http://schemas.microsoft.com/office/powerpoint/2010/main" val="42307860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4CB871-BF78-427C-F0D2-AAD2B496DC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98" b="51709"/>
          <a:stretch>
            <a:fillRect/>
          </a:stretch>
        </p:blipFill>
        <p:spPr>
          <a:xfrm>
            <a:off x="951099" y="0"/>
            <a:ext cx="10318376" cy="6858000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 rot="21182956">
            <a:off x="4318760" y="1162160"/>
            <a:ext cx="699238" cy="441922"/>
          </a:xfrm>
          <a:prstGeom prst="ellipse">
            <a:avLst/>
          </a:prstGeom>
          <a:solidFill>
            <a:srgbClr val="EFE8D0"/>
          </a:solidFill>
          <a:ln>
            <a:solidFill>
              <a:srgbClr val="60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cs typeface="B Kamran" panose="00000400000000000000" pitchFamily="2" charset="-78"/>
              </a:rPr>
              <a:t>401</a:t>
            </a:r>
            <a:endParaRPr lang="fa-IR" sz="1600" b="1" dirty="0">
              <a:solidFill>
                <a:schemeClr val="tx1"/>
              </a:solidFill>
              <a:cs typeface="B Kamra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365640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E82646-CDAA-8407-EA1B-5A3C9D7620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00"/>
          <a:stretch>
            <a:fillRect/>
          </a:stretch>
        </p:blipFill>
        <p:spPr>
          <a:xfrm>
            <a:off x="1471235" y="-4554"/>
            <a:ext cx="9249530" cy="686255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800350" y="1728788"/>
            <a:ext cx="6515100" cy="542925"/>
          </a:xfrm>
          <a:prstGeom prst="rect">
            <a:avLst/>
          </a:prstGeom>
          <a:solidFill>
            <a:srgbClr val="F8F4EA"/>
          </a:solidFill>
          <a:ln>
            <a:solidFill>
              <a:srgbClr val="F8F4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6" name="Rounded Rectangle 5"/>
          <p:cNvSpPr/>
          <p:nvPr/>
        </p:nvSpPr>
        <p:spPr>
          <a:xfrm>
            <a:off x="2364581" y="514351"/>
            <a:ext cx="871538" cy="957262"/>
          </a:xfrm>
          <a:prstGeom prst="roundRect">
            <a:avLst/>
          </a:prstGeom>
          <a:solidFill>
            <a:srgbClr val="E0D2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2800" b="1" dirty="0">
                <a:solidFill>
                  <a:schemeClr val="tx1"/>
                </a:solidFill>
                <a:cs typeface="B Kamran" panose="00000400000000000000" pitchFamily="2" charset="-78"/>
              </a:rPr>
              <a:t>پلاک </a:t>
            </a:r>
            <a:r>
              <a:rPr lang="en-US" sz="2800" b="1" dirty="0">
                <a:solidFill>
                  <a:schemeClr val="tx1"/>
                </a:solidFill>
                <a:cs typeface="B Kamran" panose="00000400000000000000" pitchFamily="2" charset="-78"/>
              </a:rPr>
              <a:t>402</a:t>
            </a:r>
            <a:endParaRPr lang="fa-IR" sz="2800" b="1" dirty="0">
              <a:solidFill>
                <a:schemeClr val="tx1"/>
              </a:solidFill>
              <a:cs typeface="B Kamra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819284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6D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017BCD-CAAD-2A94-CC8C-7269C4B64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0BE738-7E64-6BE8-EF54-E6CFCA6AC6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7974"/>
          <a:stretch>
            <a:fillRect/>
          </a:stretch>
        </p:blipFill>
        <p:spPr>
          <a:xfrm>
            <a:off x="1607026" y="-40457"/>
            <a:ext cx="8977948" cy="693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8894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BB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77627E-E8D6-B406-639C-6345C213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208D49-13D1-A091-6465-AD41D7C3F0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882"/>
          <a:stretch>
            <a:fillRect/>
          </a:stretch>
        </p:blipFill>
        <p:spPr>
          <a:xfrm>
            <a:off x="1820858" y="-8185"/>
            <a:ext cx="8550283" cy="686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158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91FD3A-55B5-32FC-DD98-31C714DE2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F7D495-3370-E4D4-7A18-738FC834A3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4837"/>
          <a:stretch>
            <a:fillRect/>
          </a:stretch>
        </p:blipFill>
        <p:spPr>
          <a:xfrm>
            <a:off x="1896528" y="-20292"/>
            <a:ext cx="8398943" cy="689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5070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73333B-01FE-864F-AAF1-4E0386E24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31B110-3D59-3027-8AC0-0ACDEEE55D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00"/>
          <a:stretch>
            <a:fillRect/>
          </a:stretch>
        </p:blipFill>
        <p:spPr>
          <a:xfrm>
            <a:off x="1469911" y="1336"/>
            <a:ext cx="9252177" cy="685666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221706" y="657226"/>
            <a:ext cx="871538" cy="957262"/>
          </a:xfrm>
          <a:prstGeom prst="roundRect">
            <a:avLst/>
          </a:prstGeom>
          <a:solidFill>
            <a:srgbClr val="E0D2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2800" b="1" dirty="0">
                <a:solidFill>
                  <a:schemeClr val="tx1"/>
                </a:solidFill>
                <a:cs typeface="B Kamran" panose="00000400000000000000" pitchFamily="2" charset="-78"/>
              </a:rPr>
              <a:t>پلاک </a:t>
            </a:r>
            <a:r>
              <a:rPr lang="en-US" sz="2800" b="1" dirty="0">
                <a:solidFill>
                  <a:schemeClr val="tx1"/>
                </a:solidFill>
                <a:cs typeface="B Kamran" panose="00000400000000000000" pitchFamily="2" charset="-78"/>
              </a:rPr>
              <a:t>71</a:t>
            </a:r>
            <a:endParaRPr lang="fa-IR" sz="2800" b="1" dirty="0">
              <a:solidFill>
                <a:schemeClr val="tx1"/>
              </a:solidFill>
              <a:cs typeface="B Kamra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713912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420796-4C43-AB86-55A8-D4FD958A5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37631A-D1E7-6026-233D-76E9CC7719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00"/>
          <a:stretch>
            <a:fillRect/>
          </a:stretch>
        </p:blipFill>
        <p:spPr>
          <a:xfrm>
            <a:off x="1482837" y="0"/>
            <a:ext cx="9226325" cy="686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7629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D034A4-20C9-A334-3A1D-11C2128EE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81A207-8B05-BA8E-63A8-AE3B7169C7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00"/>
          <a:stretch>
            <a:fillRect/>
          </a:stretch>
        </p:blipFill>
        <p:spPr>
          <a:xfrm>
            <a:off x="1460946" y="-11952"/>
            <a:ext cx="9270107" cy="686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494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8D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B7BD8B-0DCD-3DFE-0707-F8EFC335D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0A2443-6387-0591-B2FD-BEC105FD87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00"/>
          <a:stretch>
            <a:fillRect/>
          </a:stretch>
        </p:blipFill>
        <p:spPr>
          <a:xfrm>
            <a:off x="1500767" y="0"/>
            <a:ext cx="9190466" cy="683433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221706" y="657226"/>
            <a:ext cx="871538" cy="957262"/>
          </a:xfrm>
          <a:prstGeom prst="roundRect">
            <a:avLst/>
          </a:prstGeom>
          <a:solidFill>
            <a:srgbClr val="E0D2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2800" b="1" dirty="0">
                <a:solidFill>
                  <a:schemeClr val="tx1"/>
                </a:solidFill>
                <a:cs typeface="B Kamran" panose="00000400000000000000" pitchFamily="2" charset="-78"/>
              </a:rPr>
              <a:t>پلاک </a:t>
            </a:r>
            <a:r>
              <a:rPr lang="en-US" sz="2800" b="1" dirty="0">
                <a:solidFill>
                  <a:schemeClr val="tx1"/>
                </a:solidFill>
                <a:cs typeface="B Kamran" panose="00000400000000000000" pitchFamily="2" charset="-78"/>
              </a:rPr>
              <a:t>27</a:t>
            </a:r>
            <a:endParaRPr lang="fa-IR" sz="2800" b="1" dirty="0">
              <a:solidFill>
                <a:schemeClr val="tx1"/>
              </a:solidFill>
              <a:cs typeface="B Kamra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148696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8D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9DBF2D-83E0-09DA-B1CB-209CEA3D4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1260CD-BB86-456D-21D3-A8683E130C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00"/>
          <a:stretch>
            <a:fillRect/>
          </a:stretch>
        </p:blipFill>
        <p:spPr>
          <a:xfrm>
            <a:off x="1493116" y="0"/>
            <a:ext cx="9205767" cy="685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720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8D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80D631-F680-DD34-7978-09E6DD4AA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4B4A98-0101-1B45-936D-0F2AEB9B81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00"/>
          <a:stretch>
            <a:fillRect/>
          </a:stretch>
        </p:blipFill>
        <p:spPr>
          <a:xfrm>
            <a:off x="1453305" y="0"/>
            <a:ext cx="9285389" cy="688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54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0A4893-15C6-A097-75D3-0D8A795535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00"/>
          <a:stretch>
            <a:fillRect/>
          </a:stretch>
        </p:blipFill>
        <p:spPr>
          <a:xfrm>
            <a:off x="1490114" y="0"/>
            <a:ext cx="9211771" cy="6858000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2443164" y="914399"/>
            <a:ext cx="1357312" cy="1357313"/>
          </a:xfrm>
          <a:prstGeom prst="ellipse">
            <a:avLst/>
          </a:prstGeom>
          <a:solidFill>
            <a:srgbClr val="A6645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3200" b="1" dirty="0">
                <a:cs typeface="B Kamran" panose="00000400000000000000" pitchFamily="2" charset="-78"/>
              </a:rPr>
              <a:t>پلاک</a:t>
            </a:r>
          </a:p>
          <a:p>
            <a:pPr algn="ctr"/>
            <a:r>
              <a:rPr lang="en-US" sz="3200" b="1" dirty="0">
                <a:cs typeface="B Kamran" panose="00000400000000000000" pitchFamily="2" charset="-78"/>
              </a:rPr>
              <a:t>134</a:t>
            </a:r>
            <a:endParaRPr lang="fa-IR" sz="3200" b="1" dirty="0">
              <a:cs typeface="B Kamra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883200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C3D6DF-3FD5-C23D-71F2-59B0D86D9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21696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4A0637-5FAC-CF98-4CEB-D3EAF28F5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304" y="0"/>
            <a:ext cx="4621696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BE981E6-553C-BB53-4C84-955909ED824C}"/>
              </a:ext>
            </a:extLst>
          </p:cNvPr>
          <p:cNvSpPr/>
          <p:nvPr/>
        </p:nvSpPr>
        <p:spPr>
          <a:xfrm>
            <a:off x="4621696" y="0"/>
            <a:ext cx="2948608" cy="6740307"/>
          </a:xfrm>
          <a:prstGeom prst="rect">
            <a:avLst/>
          </a:prstGeom>
          <a:solidFill>
            <a:srgbClr val="F2EFE3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مشکل:</a:t>
            </a:r>
          </a:p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مزاحمت صوتی!</a:t>
            </a:r>
          </a:p>
          <a:p>
            <a:pPr algn="ctr"/>
            <a:endParaRPr lang="en-US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شاکی:</a:t>
            </a:r>
          </a:p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پلاک ۱۵۹</a:t>
            </a:r>
          </a:p>
          <a:p>
            <a:pPr algn="ctr"/>
            <a:endParaRPr lang="en-US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en-US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en-US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متهم:</a:t>
            </a:r>
          </a:p>
          <a:p>
            <a:pPr algn="ctr"/>
            <a:r>
              <a:rPr lang="fa-IR" sz="3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پلاک ۱۷۲</a:t>
            </a:r>
            <a:endParaRPr lang="fa-IR" sz="3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</p:txBody>
      </p:sp>
      <p:sp>
        <p:nvSpPr>
          <p:cNvPr id="2" name="Left Arrow 1"/>
          <p:cNvSpPr/>
          <p:nvPr/>
        </p:nvSpPr>
        <p:spPr>
          <a:xfrm>
            <a:off x="5517356" y="3370153"/>
            <a:ext cx="1157288" cy="542925"/>
          </a:xfrm>
          <a:prstGeom prst="lef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7" name="Left Arrow 6"/>
          <p:cNvSpPr/>
          <p:nvPr/>
        </p:nvSpPr>
        <p:spPr>
          <a:xfrm rot="10800000">
            <a:off x="5517356" y="5055230"/>
            <a:ext cx="1157288" cy="542925"/>
          </a:xfrm>
          <a:prstGeom prst="lef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7527845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6910C3-0204-9524-A5D4-A55A1EAFC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05886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39E215-3A14-ED16-BA2B-8C9BBA46B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6114" y="0"/>
            <a:ext cx="4605886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F91E080-DB10-4C86-0254-14841CEBC351}"/>
              </a:ext>
            </a:extLst>
          </p:cNvPr>
          <p:cNvSpPr/>
          <p:nvPr/>
        </p:nvSpPr>
        <p:spPr>
          <a:xfrm>
            <a:off x="4550169" y="0"/>
            <a:ext cx="3091663" cy="6740307"/>
          </a:xfrm>
          <a:prstGeom prst="rect">
            <a:avLst/>
          </a:prstGeom>
          <a:solidFill>
            <a:srgbClr val="F2EFE3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مشکل:</a:t>
            </a:r>
          </a:p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تصادف با تیله ها !</a:t>
            </a:r>
          </a:p>
          <a:p>
            <a:pPr algn="ctr"/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شاکی:</a:t>
            </a:r>
          </a:p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پلاک </a:t>
            </a:r>
            <a:r>
              <a:rPr lang="fa-IR" sz="3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234</a:t>
            </a:r>
            <a:endParaRPr lang="fa-IR" sz="3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متهم:</a:t>
            </a:r>
          </a:p>
          <a:p>
            <a:pPr algn="ctr"/>
            <a:r>
              <a:rPr lang="fa-IR" sz="3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پلاک 134</a:t>
            </a:r>
            <a:endParaRPr lang="fa-IR" sz="3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</p:txBody>
      </p:sp>
      <p:sp>
        <p:nvSpPr>
          <p:cNvPr id="7" name="Left Arrow 6"/>
          <p:cNvSpPr/>
          <p:nvPr/>
        </p:nvSpPr>
        <p:spPr>
          <a:xfrm rot="10800000">
            <a:off x="5517356" y="3827353"/>
            <a:ext cx="1157288" cy="542925"/>
          </a:xfrm>
          <a:prstGeom prst="lef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8" name="Left Arrow 7"/>
          <p:cNvSpPr/>
          <p:nvPr/>
        </p:nvSpPr>
        <p:spPr>
          <a:xfrm>
            <a:off x="5517356" y="5012367"/>
            <a:ext cx="1157288" cy="542925"/>
          </a:xfrm>
          <a:prstGeom prst="lef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0359050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0CDADA-BAB1-BA44-A353-CB9B7CD90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7" y="0"/>
            <a:ext cx="4611144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278EC0-F5BF-DD57-8DBF-662267FC5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5010" y="0"/>
            <a:ext cx="462699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E45753E-617B-AF14-B05E-7FA025790C12}"/>
              </a:ext>
            </a:extLst>
          </p:cNvPr>
          <p:cNvSpPr/>
          <p:nvPr/>
        </p:nvSpPr>
        <p:spPr>
          <a:xfrm>
            <a:off x="4626991" y="0"/>
            <a:ext cx="2938019" cy="7294305"/>
          </a:xfrm>
          <a:prstGeom prst="rect">
            <a:avLst/>
          </a:prstGeom>
          <a:solidFill>
            <a:srgbClr val="F2EFE3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مشکل:</a:t>
            </a:r>
          </a:p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مصرف </a:t>
            </a:r>
            <a:r>
              <a:rPr lang="fa-IR" sz="3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بی رویه</a:t>
            </a:r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 آب</a:t>
            </a:r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شاکی:</a:t>
            </a:r>
          </a:p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پلاک 71</a:t>
            </a:r>
          </a:p>
          <a:p>
            <a:pPr algn="ctr"/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متهم:</a:t>
            </a:r>
          </a:p>
          <a:p>
            <a:pPr algn="ctr"/>
            <a:r>
              <a:rPr lang="fa-IR" sz="3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پلاک 27</a:t>
            </a:r>
          </a:p>
          <a:p>
            <a:pPr algn="ctr"/>
            <a:endParaRPr lang="fa-IR" sz="3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</p:txBody>
      </p:sp>
      <p:sp>
        <p:nvSpPr>
          <p:cNvPr id="7" name="Left Arrow 6"/>
          <p:cNvSpPr/>
          <p:nvPr/>
        </p:nvSpPr>
        <p:spPr>
          <a:xfrm>
            <a:off x="5517356" y="5572580"/>
            <a:ext cx="1157288" cy="542925"/>
          </a:xfrm>
          <a:prstGeom prst="lef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8" name="Left Arrow 7"/>
          <p:cNvSpPr/>
          <p:nvPr/>
        </p:nvSpPr>
        <p:spPr>
          <a:xfrm rot="10800000">
            <a:off x="5517356" y="3429000"/>
            <a:ext cx="1157288" cy="542925"/>
          </a:xfrm>
          <a:prstGeom prst="lef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8435315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9727F7-9C59-3F0D-5ED7-38B68C36F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32296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02FDDC-64FE-84D4-53F5-E7A4B3B81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6114" y="0"/>
            <a:ext cx="4605886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480F4C-B4D5-4E46-A44B-EC9538AF647B}"/>
              </a:ext>
            </a:extLst>
          </p:cNvPr>
          <p:cNvSpPr/>
          <p:nvPr/>
        </p:nvSpPr>
        <p:spPr>
          <a:xfrm>
            <a:off x="4632297" y="0"/>
            <a:ext cx="2953818" cy="7294305"/>
          </a:xfrm>
          <a:prstGeom prst="rect">
            <a:avLst/>
          </a:prstGeom>
          <a:solidFill>
            <a:srgbClr val="F2EFE3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مشکل:</a:t>
            </a:r>
          </a:p>
          <a:p>
            <a:pPr algn="ctr"/>
            <a:r>
              <a:rPr lang="fa-IR" sz="3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حمله میمون !</a:t>
            </a:r>
            <a:endParaRPr lang="fa-IR" sz="3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شاکی:</a:t>
            </a:r>
          </a:p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پلاک ۵۲</a:t>
            </a:r>
          </a:p>
          <a:p>
            <a:pPr algn="ctr"/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متهم:</a:t>
            </a:r>
          </a:p>
          <a:p>
            <a:pPr algn="ctr"/>
            <a:r>
              <a:rPr lang="fa-IR" sz="3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پلاک ۴۰۱</a:t>
            </a:r>
          </a:p>
          <a:p>
            <a:pPr algn="ctr"/>
            <a:endParaRPr lang="fa-IR" sz="3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fa-IR" sz="3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</p:txBody>
      </p:sp>
      <p:sp>
        <p:nvSpPr>
          <p:cNvPr id="7" name="Left Arrow 6"/>
          <p:cNvSpPr/>
          <p:nvPr/>
        </p:nvSpPr>
        <p:spPr>
          <a:xfrm>
            <a:off x="5530561" y="5577663"/>
            <a:ext cx="1157288" cy="542925"/>
          </a:xfrm>
          <a:prstGeom prst="lef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8" name="Left Arrow 7"/>
          <p:cNvSpPr/>
          <p:nvPr/>
        </p:nvSpPr>
        <p:spPr>
          <a:xfrm rot="10800000">
            <a:off x="5530561" y="3361463"/>
            <a:ext cx="1157288" cy="542925"/>
          </a:xfrm>
          <a:prstGeom prst="lef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9889841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60A9EA-BD8B-F925-526B-A33A510E4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2699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0EAD11-6008-12E9-1578-CE761721B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5012" y="0"/>
            <a:ext cx="4616414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480F4C-B4D5-4E46-A44B-EC9538AF647B}"/>
              </a:ext>
            </a:extLst>
          </p:cNvPr>
          <p:cNvSpPr/>
          <p:nvPr/>
        </p:nvSpPr>
        <p:spPr>
          <a:xfrm>
            <a:off x="4632297" y="0"/>
            <a:ext cx="2953818" cy="7294305"/>
          </a:xfrm>
          <a:prstGeom prst="rect">
            <a:avLst/>
          </a:prstGeom>
          <a:solidFill>
            <a:srgbClr val="F2EFE3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مشکل:</a:t>
            </a:r>
          </a:p>
          <a:p>
            <a:pPr algn="ctr"/>
            <a:r>
              <a:rPr lang="fa-IR" sz="3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حمله سوسک !</a:t>
            </a:r>
            <a:endParaRPr lang="fa-IR" sz="3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شاکی:</a:t>
            </a:r>
          </a:p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پلاک 94</a:t>
            </a:r>
          </a:p>
          <a:p>
            <a:pPr algn="ctr"/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متهم:</a:t>
            </a:r>
          </a:p>
          <a:p>
            <a:pPr algn="ctr"/>
            <a:r>
              <a:rPr lang="fa-IR" sz="3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پلاک 222</a:t>
            </a:r>
          </a:p>
          <a:p>
            <a:pPr algn="ctr"/>
            <a:endParaRPr lang="fa-IR" sz="3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fa-IR" sz="3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</p:txBody>
      </p:sp>
      <p:sp>
        <p:nvSpPr>
          <p:cNvPr id="6" name="Left Arrow 5"/>
          <p:cNvSpPr/>
          <p:nvPr/>
        </p:nvSpPr>
        <p:spPr>
          <a:xfrm rot="10800000">
            <a:off x="5530561" y="3333182"/>
            <a:ext cx="1157288" cy="542925"/>
          </a:xfrm>
          <a:prstGeom prst="lef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7" name="Left Arrow 6"/>
          <p:cNvSpPr/>
          <p:nvPr/>
        </p:nvSpPr>
        <p:spPr>
          <a:xfrm>
            <a:off x="5517357" y="5511409"/>
            <a:ext cx="1157288" cy="542925"/>
          </a:xfrm>
          <a:prstGeom prst="lef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4762692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480F4C-B4D5-4E46-A44B-EC9538AF647B}"/>
              </a:ext>
            </a:extLst>
          </p:cNvPr>
          <p:cNvSpPr/>
          <p:nvPr/>
        </p:nvSpPr>
        <p:spPr>
          <a:xfrm>
            <a:off x="4632297" y="0"/>
            <a:ext cx="2953818" cy="7294305"/>
          </a:xfrm>
          <a:prstGeom prst="rect">
            <a:avLst/>
          </a:prstGeom>
          <a:solidFill>
            <a:srgbClr val="F2EFE3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مشکل:</a:t>
            </a:r>
          </a:p>
          <a:p>
            <a:pPr algn="ctr"/>
            <a:r>
              <a:rPr lang="fa-IR" sz="3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شرایط زندگی</a:t>
            </a:r>
          </a:p>
          <a:p>
            <a:pPr algn="ctr"/>
            <a:r>
              <a:rPr lang="fa-IR" sz="3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نامطلوب !</a:t>
            </a:r>
            <a:endParaRPr lang="fa-IR" sz="3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شاکی ها :</a:t>
            </a:r>
          </a:p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پلاک 31</a:t>
            </a:r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r>
              <a:rPr lang="fa-IR" sz="3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پلاک 402</a:t>
            </a:r>
          </a:p>
          <a:p>
            <a:pPr algn="ctr"/>
            <a:endParaRPr lang="fa-IR" sz="3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fa-IR" sz="3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r>
              <a:rPr lang="fa-IR" sz="3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C55A11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njoman Regular" pitchFamily="2" charset="-78"/>
                <a:cs typeface="Anjoman Regular" pitchFamily="2" charset="-78"/>
              </a:rPr>
              <a:t>متهم : املاک</a:t>
            </a:r>
          </a:p>
          <a:p>
            <a:pPr algn="ctr"/>
            <a:endParaRPr lang="fa-IR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fa-IR" sz="3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  <a:p>
            <a:pPr algn="ctr"/>
            <a:endParaRPr lang="fa-IR" sz="3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njoman Regular" pitchFamily="2" charset="-78"/>
              <a:cs typeface="Anjoman Regular" pitchFamily="2" charset="-7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632293" cy="685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063" y="-19377"/>
            <a:ext cx="46009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8758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115</Words>
  <Application>Microsoft Office PowerPoint</Application>
  <PresentationFormat>Widescreen</PresentationFormat>
  <Paragraphs>76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Anjoman Regular</vt:lpstr>
      <vt:lpstr>Arial</vt:lpstr>
      <vt:lpstr>B Kamran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Amir Mahdi attaran</dc:creator>
  <cp:lastModifiedBy>elyas .</cp:lastModifiedBy>
  <cp:revision>18</cp:revision>
  <dcterms:created xsi:type="dcterms:W3CDTF">2026-04-28T10:55:09Z</dcterms:created>
  <dcterms:modified xsi:type="dcterms:W3CDTF">2026-04-29T13:10:10Z</dcterms:modified>
</cp:coreProperties>
</file>